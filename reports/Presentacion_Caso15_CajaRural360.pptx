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Calibri"/>
              </a:rPr>
              <a:t>Cosecha 2025: histórica vs. propuesta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Política histórica</c:v>
                </c:pt>
              </c:strCache>
            </c:strRef>
          </c:tx>
          <c:spPr>
            <a:solidFill>
              <a:srgbClr val="5A5A5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Aprobación</c:v>
                  </c:pt>
                  <c:pt idx="1">
                    <c:v>Default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81.6</c:v>
                </c:pt>
                <c:pt idx="1">
                  <c:v>13.4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Política propuesta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Aprobación</c:v>
                  </c:pt>
                  <c:pt idx="1">
                    <c:v>Default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64.6</c:v>
                </c:pt>
                <c:pt idx="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DE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recomendación y el resultado. El detalle viene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mensaje que diferencia el trabajo: el conflicto se mide y se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qué no reentrenar: el problema es de nivel, no de ordenamiento.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selección se fijó antes de ver resultados: el más simple que no sea significativamente peor.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palanca no es cambiar el modelo: es hacer barata y rápida la verificación de ingreso.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Exceder el DTI no manda a analista: dispara contraoferta. Eso libera capacidad para lo que sí requiere criterio.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Swap-out 19.4% contra 9.8% de los que se mantienen: esa es la evidencia de que el corte es el correcto.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del resultado histórico no era margen: era riesgo no provisionado. En 2024 la política histórica estaba fuera del apetito.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marco de gobierno está implementado, no solo descrito: registro con hash, promoción y rollback.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pidiendo las cuatro decisiones de forma explícita.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scoring y política de crédito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15 · Caja Rural 360 · Microcrédito rural amortizable sin garantía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93192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24502A"/>
          </a:solidFill>
          <a:ln w="12700">
            <a:solidFill>
              <a:srgbClr val="3C73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4069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aprobar con PD calibrada ≤ 18%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4074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64.6% de aprobación con 9.3% de default esperado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Credit Risk Analytics · Credit Risk &amp; Scoring Analytics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encargo, y un conflicto que hay que nombrar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EF3EA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pide el negocio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 fuera de agencias sin excluir a quien no tiene trazabilidad bancaria.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EF3EA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fija el apetito de riesgo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≥ 70%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12m ≤ 11%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esperada ≤ 3% del monto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FBEFEC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69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existe un punto de corte que cumpla las dos cosas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nivel de riesgo de 2024-2025, la política propuesta llega a 67.2% de aprobación con 10.7% de default. Aplica la regla de precedencia que el propio apetito define: prevalece el límite de riesgo, y el conflicto se escala al Comité con los números, no se disimula moviendo el corte.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reports/09_decision_engine.md §3 y §7 · decision_curva_tradeoff.csv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encontramos en los datos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hallazgos que cambiaron el diseño del sistema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465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+5.4 pp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41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Subió el default entre 2021 y 2024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(8.6% → 14.0%)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7465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441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estabilidad del score: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población NO cambió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7465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61-63%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441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severidad no se movió: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pérdida es por frecuencia</a:t>
            </a:r>
            <a:endParaRPr lang="en-US" sz="1250" dirty="0"/>
          </a:p>
        </p:txBody>
      </p:sp>
      <p:pic>
        <p:nvPicPr>
          <p:cNvPr id="13" name="Image 0" descr="/home/claude/work/Proyecto_Final_Credit_Scoring-main/reports/figures/fig13_nivel_y_tend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0"/>
            <a:ext cx="11064240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 la calibración deja de ser un paso de cierre y pasa a ser un control permanente. Sin recalibrar, el sistema subestima el riesgo cerca de 30%.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modelo: gana el más simple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candidatos, mismas reglas, misma partición temporal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3474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 (champion)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fuera de muestra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 a 0.320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 entre ajuste y realidad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puntos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45 puntos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por 1,000 solicitudes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de 1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 40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Explicación al cliente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exacta, por puntos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aproximada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12394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188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en la cosecha 2025,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nunca se usó para construirlo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3977640"/>
            <a:ext cx="73152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411480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mira el modelo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4462272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buró (64% del puntaje) · Capacidad de pago post-crédito (20%) · Ahorro sobre el monto pedido (16%). Fuera del modelo por diseño: región, edad, distancia, dependientes e ingreso en efectivo.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modelos_comparacion.csv · validacion_metricas.csv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Equidad: lo que medimos y lo que hay que gestionar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score no es un proxy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84832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insumos del modelo no se puede reconstruir la región (acierto igual al azar) ni la informalidad, la distancia, la edad o los dependientes (R² ≈ 0).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punto a gestionar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84832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quintil de mayor ingreso en efectivo recibe aprobación automática con AIR de 0.74, bajo el umbral de 0.80. Se repite en 2025: no es ruido.</a:t>
            </a:r>
            <a:endParaRPr lang="en-US" sz="1450" dirty="0"/>
          </a:p>
        </p:txBody>
      </p:sp>
      <p:pic>
        <p:nvPicPr>
          <p:cNvPr id="9" name="Image 0" descr="/home/claude/work/Proyecto_Final_Credit_Scoring-main/reports/figures/fig26_fairness_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66160"/>
            <a:ext cx="11064240" cy="21488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rechaza: se verifica el ingreso. Contando la revisión, el indicador sube a 0.93.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de decisión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importa: la falta de información nunca se rechaza en automático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099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información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190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buró o sin ingreso → revisión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4871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fuera del apetito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4963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calibrada ≥ 20% → rechazo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2644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273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&gt; S/ 20,000 o efectivo alto → revisión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0233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0416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cuota no cabe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Contraoferta automática de monto y se recalcula la PD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800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8188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gris 18%-20%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8280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· el resto, aprobación automática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55280" y="169164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183794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53.3%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25328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automática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(12% con contraoferta de monto)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324612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38160" y="339242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23.2%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0873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reglas verificables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955280" y="480060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38160" y="494690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23.5%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56418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riesgo fuera del apetito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reports/09_decision_engine.md · decision_detalle_2024.csv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Impacto: quién entra y quién sale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017520"/>
                <a:gridCol w="3017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observado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mantienen aprobados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Salen (aprobados antes, ahora no)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Entran (rechazados antes, ahora califican)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48640" y="3657600"/>
          <a:ext cx="65836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7406640" y="365760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EEF3EA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63524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recorte no es al azar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7635240" y="422452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solicitudes que salen tenían el doble de default que las que se mantienen. La política ataca justo la parte de la cartera que explicaba la pérdida, y deja entrar a un 6.3% que antes se rechazaba.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costo, dicho de frente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mejor implica prestar menos: conviene separar los dos efectos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286000"/>
                <a:gridCol w="2286000"/>
                <a:gridCol w="20116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Cosecha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colocado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 esperada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histórica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9.6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0.36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1.69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Propuesta, cobrando la tasa histórica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6.2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0.18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1.16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 con pricing por riesgo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6.2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0.18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 0.43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8039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 selección: −S/ 0.53 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69664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riesgo. La pérdida por sol prestado baja de 3.75% a 2.99%.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36576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BEFEC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38039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 precio: −S/ 0.73 M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4169664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comercial del Comité. El modelo fija el piso de la tasa, no el precio.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EF3EA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Stress: en el escenario severo la aprobación cae sola de 64.7% a 36.5% y la política absorbe 1.5 puntos de pérdida. El corte en PD calibrada es un estabilizador automático.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Gobierno, monitoreo y puesta en producción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59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Materialidad alta: decide sobre el 100% de las solicitudes. Validación anual y monitoreo trimestral.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hallazgos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59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independiente: 2 de severidad alta a remediar antes del despliegue. Conclusión: apto con condiciones.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indicadores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62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separado en datos, modelo y negocio. Cada alerta tiene acción y responsable.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749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 línea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462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web, artefactos con hash y la misma respuesta que el desarrollo en 200 solicitudes.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Reproducibilidad: python run_all.py reejecuta todo el proyecto · 110 pruebas automáticas en verde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pedimos al Comité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7335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la política y sus umbrales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2082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18% / 20% · DTI 45% / 60%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791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margen objetivo del pricing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02666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fija el piso; el Comité fija el precio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68503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el conflicto de crecimiento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03250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67% de aprobación o ampliar verificación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709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6908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marco de gobierno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3834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dos remediaciones previas al despliegue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mejor implica prestar menos. Lo que se gana es una cartera que resiste el escenario adverso sin decisiones de pánico.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2026-09-20T23:44:44Z</dcterms:created>
  <dcterms:modified xsi:type="dcterms:W3CDTF">2026-09-20T23:44:44Z</dcterms:modified>
</cp:coreProperties>
</file>